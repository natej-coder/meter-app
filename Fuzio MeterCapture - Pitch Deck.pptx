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eterapp/icons/camera-navy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8778240" y="1005840"/>
            <a:ext cx="3931920" cy="3931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731520"/>
            <a:ext cx="4480560" cy="4480560"/>
          </a:xfrm>
          <a:prstGeom prst="ellipse">
            <a:avLst/>
          </a:prstGeom>
          <a:solidFill>
            <a:srgbClr val="004A99"/>
          </a:solidFill>
          <a:ln w="12700">
            <a:solidFill>
              <a:srgbClr val="0A5CB8"/>
            </a:solidFill>
            <a:prstDash val="solid"/>
          </a:ln>
        </p:spPr>
      </p:sp>
      <p:pic>
        <p:nvPicPr>
          <p:cNvPr id="4" name="Image 1" descr="/tmp/meterapp/icons/camera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057400"/>
            <a:ext cx="1828800" cy="1828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594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5A623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70" dirty="0"/>
          </a:p>
        </p:txBody>
      </p:sp>
      <p:sp>
        <p:nvSpPr>
          <p:cNvPr id="7" name="Text 3"/>
          <p:cNvSpPr/>
          <p:nvPr/>
        </p:nvSpPr>
        <p:spPr>
          <a:xfrm>
            <a:off x="1280160" y="566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 PROPERTIES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23774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MeterCapture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658368" y="3611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field-to-office platform for capturing, cleaning and auditing every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reading across the portfolio.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0080" y="5806440"/>
            <a:ext cx="2011680" cy="384048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Pitch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834640" y="5806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Nate  ·  20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 reading is still a paper-and-inbox process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points this project sets out to fix, across every building Fuzio manages.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8" name="Image 0" descr="/tmp/meterapp/icons/warning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9514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21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reading sheets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4963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buildings send in paper reading sheets — the on-site operator never visits, so there's no photo evidence or standard format to work from.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2148840"/>
            <a:ext cx="566928" cy="566928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2" name="Image 1" descr="/tmp/meterapp/icons/search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22951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2121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903720" y="249631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and photos live scattered across spreadsheets, inboxes and phone camera rolls, with no consistent way to find one.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6" name="Image 2" descr="/tmp/meterapp/icons/shield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2611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087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 are hard to defend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25880" y="446227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owner appeals a usage charge, finding the original photo and reading behind it means a manual search through folders.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4114800"/>
            <a:ext cx="566928" cy="566928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20" name="Image 3" descr="/tmp/meterapp/icons/tags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42611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4087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Untracked data entry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903720" y="446227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transcription introduces errors, and there's no flagging when a reading jumps implausibly from the month before.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flow: field to office, automatically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767810" y="3246120"/>
            <a:ext cx="8656076" cy="0"/>
          </a:xfrm>
          <a:prstGeom prst="line">
            <a:avLst/>
          </a:prstGeom>
          <a:noFill/>
          <a:ln w="25400">
            <a:solidFill>
              <a:srgbClr val="0A5C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3470" y="281178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8" name="Image 0" descr="/tmp/meterapp/icons/building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926" y="3031236"/>
            <a:ext cx="429768" cy="4297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15182" y="2793492"/>
            <a:ext cx="905256" cy="905256"/>
          </a:xfrm>
          <a:prstGeom prst="ellipse">
            <a:avLst/>
          </a:prstGeom>
          <a:ln w="38100">
            <a:solidFill>
              <a:srgbClr val="002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09542" y="3424428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881628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building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5528" y="4256532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picks the building or client from their assigned list.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97489" y="281178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1" descr="/tmp/meterapp/icons/camera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945" y="3031236"/>
            <a:ext cx="429768" cy="4297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79201" y="2793492"/>
            <a:ext cx="905256" cy="905256"/>
          </a:xfrm>
          <a:prstGeom prst="ellipse">
            <a:avLst/>
          </a:prstGeom>
          <a:ln w="38100">
            <a:solidFill>
              <a:srgbClr val="0020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73561" y="3424428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941259" y="3881628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&amp; label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59547" y="4256532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meter photographed, read and tagged, one after another.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661508" y="281178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0" name="Image 2" descr="/tmp/meterapp/icons/shield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964" y="3031236"/>
            <a:ext cx="429768" cy="4297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643220" y="2793492"/>
            <a:ext cx="905256" cy="905256"/>
          </a:xfrm>
          <a:prstGeom prst="ellipse">
            <a:avLst/>
          </a:prstGeom>
          <a:ln w="38100">
            <a:solidFill>
              <a:srgbClr val="00203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37580" y="3424428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05278" y="3881628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validate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123566" y="4256532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checks each reading, flagging anomalies for review.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825527" y="281178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6" name="Image 3" descr="/tmp/meterapp/icons/table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983" y="3031236"/>
            <a:ext cx="429768" cy="42976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807239" y="2793492"/>
            <a:ext cx="905256" cy="905256"/>
          </a:xfrm>
          <a:prstGeom prst="ellipse">
            <a:avLst/>
          </a:prstGeom>
          <a:ln w="38100">
            <a:solidFill>
              <a:srgbClr val="00203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401599" y="3424428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269297" y="3881628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archive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287585" y="4256532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Excel register, with photos indexed alongside.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989546" y="281178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2" name="Image 4" descr="/tmp/meterapp/icons/clipboard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002" y="3031236"/>
            <a:ext cx="429768" cy="429768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971258" y="2793492"/>
            <a:ext cx="905256" cy="905256"/>
          </a:xfrm>
          <a:prstGeom prst="ellipse">
            <a:avLst/>
          </a:prstGeom>
          <a:ln w="38100">
            <a:solidFill>
              <a:srgbClr val="00203D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0565618" y="3424428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9433316" y="3881628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9451604" y="4256532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capture, edit and export logged for full traceability.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walks through the mobile capture app, the admin back office, and where the AI assistant fits in later.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tutorial, from the first launch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screens set expectations before an operator ever opens the camera — and it's always one tap away again from Settings.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946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8" name="Image 0" descr="/tmp/meterapp/screens/mobile-01-onboarding-1-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2148840"/>
            <a:ext cx="2148840" cy="44936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23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Welcome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092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1" name="Image 1" descr="/tmp/meterapp/screens/mobile-02-onboarding-2-select-sho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8" y="2148840"/>
            <a:ext cx="2148840" cy="44936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69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&amp; shoot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238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4" name="Image 2" descr="/tmp/meterapp/screens/mobile-03-onboarding-3-label-confi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148840"/>
            <a:ext cx="2148840" cy="44936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415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Label &amp; confirm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7384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7" name="Image 3" descr="/tmp/meterapp/screens/mobile-04-onboarding-4-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328" y="2148840"/>
            <a:ext cx="2148840" cy="44936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561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Sync &amp; go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Select. Capture. Confirm. Repeat.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loop: pick a building, then move through every meter progressively and consecutively — nothing skipped, nothing double-counted.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946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8" name="Image 0" descr="/tmp/meterapp/screens/mobile-06-building-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2148840"/>
            <a:ext cx="2148840" cy="44936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23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building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092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1" name="Image 1" descr="/tmp/meterapp/screens/mobile-07-meter-checklist-inpro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8" y="2148840"/>
            <a:ext cx="2148840" cy="44936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69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checklist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238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4" name="Image 2" descr="/tmp/meterapp/screens/mobile-08-camera-cap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148840"/>
            <a:ext cx="2148840" cy="44936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415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capture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738464" y="2093976"/>
            <a:ext cx="2258568" cy="4603371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7" name="Image 3" descr="/tmp/meterapp/screens/mobile-09-reading-inp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328" y="2148840"/>
            <a:ext cx="2148840" cy="44936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56168" y="6770499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confirm reading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gloved hands and patchy signal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7" name="Image 0" descr="/tmp/meterapp/icons/mobil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0848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293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Progressive, consecutive capture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2494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checklist keeps operators on order — nothing skipped, nothing double-counted.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11" name="Image 1" descr="/tmp/meterapp/icons/cloud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0848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19293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fully offline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12280" y="22494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and photos queue on-device and sync automatically once back in signal.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15" name="Image 2" descr="/tmp/meterapp/icons/camera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4787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924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Photo-linked readings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34440" y="37124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entered is tied to the exact photo it was read from — no orphaned data.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19" name="Image 3" descr="/tmp/meterapp/icons/tags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54787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33924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Labeling at the point of capture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812280" y="37124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type, serial and location are tagged in the moment, not reconstructed later.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23" name="Image 4" descr="/tmp/meterapp/icons/check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010912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855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history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234440" y="5175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sessions and their sync status are always visible, per building.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126480" y="489204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27" name="Image 5" descr="/tmp/meterapp/icons/road-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5010912"/>
            <a:ext cx="265176" cy="26517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12280" y="4855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Tutorial, always available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812280" y="5175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isn't a one-time thing — operators can replay it any time from Settings.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captured flows into one back office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at a glance, and a cleaning queue before anything reaches the official record.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" y="2093976"/>
            <a:ext cx="5184648" cy="3961592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8" name="Image 0" descr="/tmp/meterapp/screens/admin-01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5074920" cy="3851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1287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portfolio-wide health, anomalies surfaced up front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45936" y="2093976"/>
            <a:ext cx="5184648" cy="3408426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1" name="Image 1" descr="/tmp/meterapp/screens/admin-02-admin-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48840"/>
            <a:ext cx="5074920" cy="32986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3640" y="557555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— raw → needs review → validated → exported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register, and every photo indexed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readings land in a per-building Excel register; every photo is tagged and searchable by building, unit, meter type and date.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" y="2093976"/>
            <a:ext cx="5184648" cy="3408426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8" name="Image 0" descr="/tmp/meterapp/screens/admin-03-admin-spread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5074920" cy="3298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57555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Per-building spreadsheet view — anomalies highlighted before export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45936" y="2093976"/>
            <a:ext cx="5184648" cy="3408426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1" name="Image 1" descr="/tmp/meterapp/screens/admin-04-admin-image-ind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48840"/>
            <a:ext cx="5074920" cy="32986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3640" y="557555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photo archive — filter by building, unit, meter type, date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reaches the register unchecked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pipeline is exactly how we learn the cleaning rules the current paper-and-spreadsheet process is missing today.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2362124" cy="2468880"/>
          </a:xfrm>
          <a:prstGeom prst="roundRect">
            <a:avLst>
              <a:gd name="adj" fmla="val 3871"/>
            </a:avLst>
          </a:prstGeom>
          <a:solidFill>
            <a:srgbClr val="004A99"/>
          </a:solidFill>
          <a:ln w="12700">
            <a:solidFill>
              <a:srgbClr val="0A5C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606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6B7A8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3200400"/>
            <a:ext cx="19049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the field — photo, reading, label, timestamp, operator.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5084" y="3566160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50844" y="2331720"/>
            <a:ext cx="2362124" cy="2468880"/>
          </a:xfrm>
          <a:prstGeom prst="roundRect">
            <a:avLst>
              <a:gd name="adj" fmla="val 3871"/>
            </a:avLst>
          </a:prstGeom>
          <a:solidFill>
            <a:srgbClr val="004A99"/>
          </a:solidFill>
          <a:ln w="12700">
            <a:solidFill>
              <a:srgbClr val="0A5C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9444" y="2606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779444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79444" y="3200400"/>
            <a:ext cx="19049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Auto-flagged when a reading jumps implausibly vs. last month.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12968" y="3566160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78728" y="2331720"/>
            <a:ext cx="2362124" cy="2468880"/>
          </a:xfrm>
          <a:prstGeom prst="roundRect">
            <a:avLst>
              <a:gd name="adj" fmla="val 3871"/>
            </a:avLst>
          </a:prstGeom>
          <a:solidFill>
            <a:srgbClr val="004A99"/>
          </a:solidFill>
          <a:ln w="12700">
            <a:solidFill>
              <a:srgbClr val="0A5C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2606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E86D1"/>
          </a:solidFill>
          <a:ln/>
        </p:spPr>
      </p:sp>
      <p:sp>
        <p:nvSpPr>
          <p:cNvPr id="19" name="Text 17"/>
          <p:cNvSpPr/>
          <p:nvPr/>
        </p:nvSpPr>
        <p:spPr>
          <a:xfrm>
            <a:off x="6507328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07328" y="3200400"/>
            <a:ext cx="19049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an admin against the photo — or corrected.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40851" y="3566160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06611" y="2331720"/>
            <a:ext cx="2362124" cy="2468880"/>
          </a:xfrm>
          <a:prstGeom prst="roundRect">
            <a:avLst>
              <a:gd name="adj" fmla="val 3871"/>
            </a:avLst>
          </a:prstGeom>
          <a:solidFill>
            <a:srgbClr val="004A99"/>
          </a:solidFill>
          <a:ln w="12700">
            <a:solidFill>
              <a:srgbClr val="0A5C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211" y="2606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211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35211" y="3200400"/>
            <a:ext cx="19049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into the building's Excel register and the photo index.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 trail behind every reading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capture, edit, flag, view and export is logged against a record ID — who did what, and when.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8" name="Image 0" descr="/tmp/meterapp/icons/shield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243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4871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against owner disputes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8720" y="28072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chain of custody from photo to export, ready the moment an appeal comes in.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2" name="Image 1" descr="/tmp/meterapp/icons/search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6758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35387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 by record, unit or operator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88720" y="3858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reading's history in seconds instead of a manual folder search.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004A99"/>
          </a:solidFill>
          <a:ln/>
        </p:spPr>
      </p:sp>
      <p:pic>
        <p:nvPicPr>
          <p:cNvPr id="16" name="Image 2" descr="/tmp/meterapp/icons/clipboard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274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5902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Compliance-ready by default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88720" y="49103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deleted or silently overwritten — corrections are logged as new entries.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1727073"/>
            <a:ext cx="5458968" cy="3586734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20" name="Image 3" descr="/tmp/meterapp/screens/admin-05-admin-audit-tr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1937"/>
            <a:ext cx="5349240" cy="34770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assistant over the same index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727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CONCEPT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reading and photo lives in the indexed audit trail, a natural-language layer on top turns a manual folder search into a single question: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1546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004A99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“Owner from unit 16 Azores wants to appeal usage.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image and readings.”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4434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resolves “unit 16, Azores” to a record ID and surfaces the photo, the reading and the chain of custody instantly.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51576" y="1624203"/>
            <a:ext cx="5916168" cy="3883914"/>
          </a:xfrm>
          <a:prstGeom prst="roundRect">
            <a:avLst>
              <a:gd name="adj" fmla="val 188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B2E">
                <a:alpha val="25000"/>
              </a:srgbClr>
            </a:outerShdw>
          </a:effectLst>
        </p:spPr>
      </p:sp>
      <p:pic>
        <p:nvPicPr>
          <p:cNvPr id="13" name="Image 0" descr="/tmp/meterapp/screens/admin-06-admin-ai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79067"/>
            <a:ext cx="5806440" cy="377418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features, phased 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3063240" cy="347472"/>
          </a:xfrm>
          <a:prstGeom prst="roundRect">
            <a:avLst>
              <a:gd name="adj" fmla="val 50000"/>
            </a:avLst>
          </a:prstGeom>
          <a:solidFill>
            <a:srgbClr val="004A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&amp; clean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onboarding, building selection, guided capture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labeling, offline queueing, background sync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review pipeline, per-building Excel export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photo archive + full audit trail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194560"/>
            <a:ext cx="30632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194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over the index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search across readings and photos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owner-dispute packets (photo + reading + history)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explanations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for owner correspondence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194560"/>
            <a:ext cx="3063240" cy="347472"/>
          </a:xfrm>
          <a:prstGeom prst="roundRect">
            <a:avLst>
              <a:gd name="adj" fmla="val 50000"/>
            </a:avLst>
          </a:prstGeom>
          <a:solidFill>
            <a:srgbClr val="6B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194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LATER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6676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intelligence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315468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 alerts across buildings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route &amp; scheduling optimisation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billing / levy systems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Multi-operator roles &amp; permissions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6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move from concept to build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7" name="Image 0" descr="/tmp/meterapp/icons/shield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0848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293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logo file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2494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colors are already wired in from the Staff Hub palette — a vector logo (SVG/PNG) is the last brand asset to drop 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11" name="Image 1" descr="/tmp/meterapp/icons/mobile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0848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19293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app template &amp; building list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12280" y="22494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template, the building/client list, and notes on sites without an on-site operator.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15" name="Image 2" descr="/tmp/meterapp/icons/table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4787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924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reading spreadsheets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34440" y="37124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readings and meter labels per building, to define the cleaning rules the pipeline should apply.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0A5CB8"/>
          </a:solidFill>
          <a:ln/>
        </p:spPr>
      </p:sp>
      <p:pic>
        <p:nvPicPr>
          <p:cNvPr id="19" name="Image 3" descr="/tmp/meterapp/icons/handshake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54787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33924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 to build Phase 1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812280" y="37124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light to move from this mockup into a working mobile app + admin pipeline.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MeterCapture — Concept Pitch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731520"/>
            <a:ext cx="4480560" cy="4480560"/>
          </a:xfrm>
          <a:prstGeom prst="ellipse">
            <a:avLst/>
          </a:prstGeom>
          <a:solidFill>
            <a:srgbClr val="004A99"/>
          </a:solidFill>
          <a:ln w="12700">
            <a:solidFill>
              <a:srgbClr val="0A5CB8"/>
            </a:solidFill>
            <a:prstDash val="solid"/>
          </a:ln>
        </p:spPr>
      </p:sp>
      <p:pic>
        <p:nvPicPr>
          <p:cNvPr id="3" name="Image 0" descr="/tmp/meterapp/icons/handshak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05740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94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5A623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0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70" dirty="0"/>
          </a:p>
        </p:txBody>
      </p:sp>
      <p:sp>
        <p:nvSpPr>
          <p:cNvPr id="6" name="Text 3"/>
          <p:cNvSpPr/>
          <p:nvPr/>
        </p:nvSpPr>
        <p:spPr>
          <a:xfrm>
            <a:off x="1280160" y="566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FUZIO  PROPERTIES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58368" y="3703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through the mockups, and what it takes to get Phase 1 built.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Nate  ·  warriorgen.2025@gmail.com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2026-07-20T12:01:23Z</dcterms:created>
  <dcterms:modified xsi:type="dcterms:W3CDTF">2026-07-20T12:01:23Z</dcterms:modified>
</cp:coreProperties>
</file>